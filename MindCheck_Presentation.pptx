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80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639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MindCheck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de Sante Mentale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Douae Semlali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Encadre par : Pr. Bousmah Mohammed</a:t>
            </a:r>
            <a:endParaRPr lang="en-US" sz="14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D42E149-D23A-86B5-597B-DE9A2B1650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6759" y="176530"/>
            <a:ext cx="2209800" cy="920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Problematique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0"/>
          </a:xfrm>
          <a:prstGeom prst="line">
            <a:avLst/>
          </a:prstGeom>
          <a:noFill/>
          <a:ln w="38100">
            <a:solidFill>
              <a:srgbClr val="3D5A3D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772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286000" y="137160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etudiants souffrent de depression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7772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70 %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0" y="237744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cherchent pas d'aide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77724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 3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286000" y="338328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d'anxiete depuis la pandemie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 : MindCheck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0"/>
          </a:xfrm>
          <a:prstGeom prst="line">
            <a:avLst/>
          </a:prstGeom>
          <a:noFill/>
          <a:ln w="38100">
            <a:solidFill>
              <a:srgbClr val="3D5A3D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valides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PHQ-9, GAD-7, PSS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11887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8" name="Text 6"/>
          <p:cNvSpPr/>
          <p:nvPr/>
        </p:nvSpPr>
        <p:spPr>
          <a:xfrm>
            <a:off x="3657600" y="1325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IA local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FastAPI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18872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6492240" y="13258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anime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1783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 temps reel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4" name="Text 12"/>
          <p:cNvSpPr/>
          <p:nvPr/>
        </p:nvSpPr>
        <p:spPr>
          <a:xfrm>
            <a:off x="822960" y="2788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vocale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0" y="26517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3657600" y="2788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d'humeur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0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emojis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265176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20" name="Text 18"/>
          <p:cNvSpPr/>
          <p:nvPr/>
        </p:nvSpPr>
        <p:spPr>
          <a:xfrm>
            <a:off x="6492240" y="2788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32461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Exercices guides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technique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0"/>
          </a:xfrm>
          <a:prstGeom prst="line">
            <a:avLst/>
          </a:prstGeom>
          <a:noFill/>
          <a:ln w="38100">
            <a:solidFill>
              <a:srgbClr val="3D5A3D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Android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/  Firebase  /  Retrofit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737360"/>
            <a:ext cx="731520" cy="0"/>
          </a:xfrm>
          <a:prstGeom prst="line">
            <a:avLst/>
          </a:prstGeom>
          <a:noFill/>
          <a:ln w="25400">
            <a:solidFill>
              <a:srgbClr val="3D5A3D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8" name="Text 6"/>
          <p:cNvSpPr/>
          <p:nvPr/>
        </p:nvSpPr>
        <p:spPr>
          <a:xfrm>
            <a:off x="3291840" y="1417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118872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0" name="Text 8"/>
          <p:cNvSpPr/>
          <p:nvPr/>
        </p:nvSpPr>
        <p:spPr>
          <a:xfrm>
            <a:off x="41148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Python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1691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/  port 8000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737360"/>
            <a:ext cx="731520" cy="0"/>
          </a:xfrm>
          <a:prstGeom prst="line">
            <a:avLst/>
          </a:prstGeom>
          <a:noFill/>
          <a:ln w="25400">
            <a:solidFill>
              <a:srgbClr val="3D5A3D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13" name="Shape 11"/>
          <p:cNvSpPr/>
          <p:nvPr/>
        </p:nvSpPr>
        <p:spPr>
          <a:xfrm>
            <a:off x="7315200" y="1188720"/>
            <a:ext cx="1554480" cy="1097280"/>
          </a:xfrm>
          <a:prstGeom prst="roundRect">
            <a:avLst>
              <a:gd name="adj" fmla="val 8333"/>
            </a:avLst>
          </a:prstGeom>
          <a:solidFill>
            <a:srgbClr val="3D5A3D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4" name="Text 12"/>
          <p:cNvSpPr/>
          <p:nvPr/>
        </p:nvSpPr>
        <p:spPr>
          <a:xfrm>
            <a:off x="7315200" y="1325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0" y="1691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local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   Auth  +  Firestore  +  Cloud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/  XML  /  Retrofit  /  MPAndroidChart  /  Canvas  /  SpeechRecognizer  /  CameraX  /  Python  /  FastAPI  /  Ollama  /  llama3.2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Authentification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0"/>
          </a:xfrm>
          <a:prstGeom prst="line">
            <a:avLst/>
          </a:prstGeom>
          <a:noFill/>
          <a:ln w="38100">
            <a:solidFill>
              <a:srgbClr val="3D5A3D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4" name="Image 0" descr="/home/claude/pptx_imgs/Welcome page 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2011680" cy="3566160"/>
          </a:xfrm>
          <a:prstGeom prst="rect">
            <a:avLst/>
          </a:prstGeom>
        </p:spPr>
      </p:pic>
      <p:pic>
        <p:nvPicPr>
          <p:cNvPr id="5" name="Image 1" descr="/home/claude/pptx_imgs/login p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1097280"/>
            <a:ext cx="2011680" cy="3566160"/>
          </a:xfrm>
          <a:prstGeom prst="rect">
            <a:avLst/>
          </a:prstGeom>
        </p:spPr>
      </p:pic>
      <p:pic>
        <p:nvPicPr>
          <p:cNvPr id="6" name="Image 2" descr="/home/claude/pptx_imgs/register p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097280"/>
            <a:ext cx="2011680" cy="35661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7200" y="4709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2926080" y="4709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5394960" y="4709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 de sante mentale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0"/>
          </a:xfrm>
          <a:prstGeom prst="line">
            <a:avLst/>
          </a:prstGeom>
          <a:noFill/>
          <a:ln w="38100">
            <a:solidFill>
              <a:srgbClr val="3D5A3D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4" name="Image 0" descr="/home/claude/pptx_imgs/test de depress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1828800" cy="3200400"/>
          </a:xfrm>
          <a:prstGeom prst="rect">
            <a:avLst/>
          </a:prstGeom>
        </p:spPr>
      </p:pic>
      <p:pic>
        <p:nvPicPr>
          <p:cNvPr id="5" name="Image 1" descr="/home/claude/pptx_imgs/score de test de depress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097280"/>
            <a:ext cx="1828800" cy="3200400"/>
          </a:xfrm>
          <a:prstGeom prst="rect">
            <a:avLst/>
          </a:prstGeom>
        </p:spPr>
      </p:pic>
      <p:pic>
        <p:nvPicPr>
          <p:cNvPr id="6" name="Image 2" descr="/home/claude/pptx_imgs/test danxiet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097280"/>
            <a:ext cx="1828800" cy="3200400"/>
          </a:xfrm>
          <a:prstGeom prst="rect">
            <a:avLst/>
          </a:prstGeom>
        </p:spPr>
      </p:pic>
      <p:pic>
        <p:nvPicPr>
          <p:cNvPr id="7" name="Image 3" descr="/home/claude/pptx_imgs/score danxiet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097280"/>
            <a:ext cx="1828800" cy="32004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27432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PHQ-9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228600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429768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GAD-7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630936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 IA + Avatar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0"/>
          </a:xfrm>
          <a:prstGeom prst="line">
            <a:avLst/>
          </a:prstGeom>
          <a:noFill/>
          <a:ln w="38100">
            <a:solidFill>
              <a:srgbClr val="3D5A3D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4" name="Image 0" descr="/home/claude/pptx_imgs/chatbo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2011680" cy="3383280"/>
          </a:xfrm>
          <a:prstGeom prst="rect">
            <a:avLst/>
          </a:prstGeom>
        </p:spPr>
      </p:pic>
      <p:pic>
        <p:nvPicPr>
          <p:cNvPr id="5" name="Image 1" descr="/home/claude/pptx_imgs/interraction avec chatbot 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1097280"/>
            <a:ext cx="2011680" cy="3383280"/>
          </a:xfrm>
          <a:prstGeom prst="rect">
            <a:avLst/>
          </a:prstGeom>
        </p:spPr>
      </p:pic>
      <p:pic>
        <p:nvPicPr>
          <p:cNvPr id="6" name="Image 2" descr="/home/claude/pptx_imgs/envoyer un message avatar change dexpressio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097280"/>
            <a:ext cx="2011680" cy="33832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7200" y="4526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2926080" y="4526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5394960" y="4526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+ expression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Journal d'humeur + Camera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0"/>
          </a:xfrm>
          <a:prstGeom prst="line">
            <a:avLst/>
          </a:prstGeom>
          <a:noFill/>
          <a:ln w="38100">
            <a:solidFill>
              <a:srgbClr val="3D5A3D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4" name="Image 0" descr="/home/claude/pptx_imgs/pensee journal humeu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97280"/>
            <a:ext cx="2011680" cy="3383280"/>
          </a:xfrm>
          <a:prstGeom prst="rect">
            <a:avLst/>
          </a:prstGeom>
        </p:spPr>
      </p:pic>
      <p:pic>
        <p:nvPicPr>
          <p:cNvPr id="5" name="Image 1" descr="/home/claude/pptx_imgs/journal humeur sauvgarder 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097280"/>
            <a:ext cx="2011680" cy="33832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4400" y="4526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566160" y="4526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Exercices de respiration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0"/>
          </a:xfrm>
          <a:prstGeom prst="line">
            <a:avLst/>
          </a:prstGeom>
          <a:noFill/>
          <a:ln w="38100">
            <a:solidFill>
              <a:srgbClr val="3D5A3D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4" name="Image 0" descr="/home/claude/pptx_imgs/exercice respir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1828800" cy="3200400"/>
          </a:xfrm>
          <a:prstGeom prst="rect">
            <a:avLst/>
          </a:prstGeom>
        </p:spPr>
      </p:pic>
      <p:pic>
        <p:nvPicPr>
          <p:cNvPr id="5" name="Image 1" descr="/home/claude/pptx_imgs/inspirer 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097280"/>
            <a:ext cx="1828800" cy="3200400"/>
          </a:xfrm>
          <a:prstGeom prst="rect">
            <a:avLst/>
          </a:prstGeom>
        </p:spPr>
      </p:pic>
      <p:pic>
        <p:nvPicPr>
          <p:cNvPr id="6" name="Image 2" descr="/home/claude/pptx_imgs/reteni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1097280"/>
            <a:ext cx="1828800" cy="3200400"/>
          </a:xfrm>
          <a:prstGeom prst="rect">
            <a:avLst/>
          </a:prstGeom>
        </p:spPr>
      </p:pic>
      <p:pic>
        <p:nvPicPr>
          <p:cNvPr id="7" name="Image 3" descr="/home/claude/pptx_imgs/expire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1097280"/>
            <a:ext cx="1828800" cy="32004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27432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237744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Inspirer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448056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Retenir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658368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Statistiques + Ressources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0"/>
          </a:xfrm>
          <a:prstGeom prst="line">
            <a:avLst/>
          </a:prstGeom>
          <a:noFill/>
          <a:ln w="38100">
            <a:solidFill>
              <a:srgbClr val="3D5A3D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pic>
        <p:nvPicPr>
          <p:cNvPr id="4" name="Image 0" descr="/home/claude/pptx_imgs/statistiques de user 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1828800" cy="3200400"/>
          </a:xfrm>
          <a:prstGeom prst="rect">
            <a:avLst/>
          </a:prstGeom>
        </p:spPr>
      </p:pic>
      <p:pic>
        <p:nvPicPr>
          <p:cNvPr id="5" name="Image 1" descr="/home/claude/pptx_imgs/score par test 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097280"/>
            <a:ext cx="1828800" cy="3200400"/>
          </a:xfrm>
          <a:prstGeom prst="rect">
            <a:avLst/>
          </a:prstGeom>
        </p:spPr>
      </p:pic>
      <p:pic>
        <p:nvPicPr>
          <p:cNvPr id="6" name="Image 2" descr="/home/claude/pptx_imgs/ressource daid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097280"/>
            <a:ext cx="1828800" cy="3200400"/>
          </a:xfrm>
          <a:prstGeom prst="rect">
            <a:avLst/>
          </a:prstGeom>
        </p:spPr>
      </p:pic>
      <p:pic>
        <p:nvPicPr>
          <p:cNvPr id="7" name="Image 3" descr="/home/claude/pptx_imgs/appeler les urgence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1097280"/>
            <a:ext cx="1828800" cy="32004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27432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</a:t>
            </a:r>
            <a:endParaRPr lang="en-US" sz="1100" dirty="0"/>
          </a:p>
        </p:txBody>
      </p:sp>
      <p:sp>
        <p:nvSpPr>
          <p:cNvPr id="9" name="Text 3"/>
          <p:cNvSpPr/>
          <p:nvPr/>
        </p:nvSpPr>
        <p:spPr>
          <a:xfrm>
            <a:off x="228600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</a:t>
            </a:r>
            <a:endParaRPr lang="en-US" sz="1100" dirty="0"/>
          </a:p>
        </p:txBody>
      </p:sp>
      <p:sp>
        <p:nvSpPr>
          <p:cNvPr id="10" name="Text 4"/>
          <p:cNvSpPr/>
          <p:nvPr/>
        </p:nvSpPr>
        <p:spPr>
          <a:xfrm>
            <a:off x="429768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endParaRPr lang="en-US" sz="1100" dirty="0"/>
          </a:p>
        </p:txBody>
      </p:sp>
      <p:sp>
        <p:nvSpPr>
          <p:cNvPr id="11" name="Text 5"/>
          <p:cNvSpPr/>
          <p:nvPr/>
        </p:nvSpPr>
        <p:spPr>
          <a:xfrm>
            <a:off x="6309360" y="4343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3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+ IA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371600" cy="0"/>
          </a:xfrm>
          <a:prstGeom prst="line">
            <a:avLst/>
          </a:prstGeom>
          <a:noFill/>
          <a:ln w="381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6" name="Text 2"/>
          <p:cNvSpPr/>
          <p:nvPr/>
        </p:nvSpPr>
        <p:spPr>
          <a:xfrm>
            <a:off x="45720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Ollama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75488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running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:  /chat  /  /analyze-test  /  /health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confidentielles sur reseau local</a:t>
            </a:r>
            <a:endParaRPr lang="en-US" sz="13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15862A0-89D2-1683-1809-FA48144B8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695" y="1280160"/>
            <a:ext cx="4218779" cy="1996764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75C11B2-F197-87FC-DB19-C52CF5036A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2146"/>
          <a:stretch>
            <a:fillRect/>
          </a:stretch>
        </p:blipFill>
        <p:spPr bwMode="auto">
          <a:xfrm>
            <a:off x="457200" y="1606674"/>
            <a:ext cx="4218779" cy="15501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1737360"/>
            <a:ext cx="27432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fr-MA"/>
          </a:p>
        </p:txBody>
      </p:sp>
      <p:sp>
        <p:nvSpPr>
          <p:cNvPr id="4" name="Shape 2"/>
          <p:cNvSpPr/>
          <p:nvPr/>
        </p:nvSpPr>
        <p:spPr>
          <a:xfrm>
            <a:off x="1828800" y="2103120"/>
            <a:ext cx="5486400" cy="411480"/>
          </a:xfrm>
          <a:prstGeom prst="roundRect">
            <a:avLst>
              <a:gd name="adj" fmla="val 13333"/>
            </a:avLst>
          </a:prstGeom>
          <a:solidFill>
            <a:srgbClr val="3D5A3D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5" name="Text 3"/>
          <p:cNvSpPr/>
          <p:nvPr/>
        </p:nvSpPr>
        <p:spPr>
          <a:xfrm>
            <a:off x="2011680" y="210312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valides (PHQ-9, GAD-7, PSS)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2606040"/>
            <a:ext cx="5486400" cy="411480"/>
          </a:xfrm>
          <a:prstGeom prst="roundRect">
            <a:avLst>
              <a:gd name="adj" fmla="val 13333"/>
            </a:avLst>
          </a:prstGeom>
          <a:solidFill>
            <a:srgbClr val="3D5A3D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7" name="Text 5"/>
          <p:cNvSpPr/>
          <p:nvPr/>
        </p:nvSpPr>
        <p:spPr>
          <a:xfrm>
            <a:off x="2011680" y="26060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Python + Ollama (LLM local)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28800" y="3108960"/>
            <a:ext cx="5486400" cy="411480"/>
          </a:xfrm>
          <a:prstGeom prst="roundRect">
            <a:avLst>
              <a:gd name="adj" fmla="val 13333"/>
            </a:avLst>
          </a:prstGeom>
          <a:solidFill>
            <a:srgbClr val="3D5A3D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9" name="Text 7"/>
          <p:cNvSpPr/>
          <p:nvPr/>
        </p:nvSpPr>
        <p:spPr>
          <a:xfrm>
            <a:off x="2011680" y="31089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anime temps reel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0" y="3611880"/>
            <a:ext cx="5486400" cy="411480"/>
          </a:xfrm>
          <a:prstGeom prst="roundRect">
            <a:avLst>
              <a:gd name="adj" fmla="val 13333"/>
            </a:avLst>
          </a:prstGeom>
          <a:solidFill>
            <a:srgbClr val="3D5A3D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1" name="Text 9"/>
          <p:cNvSpPr/>
          <p:nvPr/>
        </p:nvSpPr>
        <p:spPr>
          <a:xfrm>
            <a:off x="2011680" y="36118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+ Camera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828800" y="4114800"/>
            <a:ext cx="5486400" cy="411480"/>
          </a:xfrm>
          <a:prstGeom prst="roundRect">
            <a:avLst>
              <a:gd name="adj" fmla="val 13333"/>
            </a:avLst>
          </a:prstGeom>
          <a:solidFill>
            <a:srgbClr val="3D5A3D"/>
          </a:solidFill>
          <a:ln/>
        </p:spPr>
        <p:txBody>
          <a:bodyPr/>
          <a:lstStyle/>
          <a:p>
            <a:endParaRPr lang="fr-MA"/>
          </a:p>
        </p:txBody>
      </p:sp>
      <p:sp>
        <p:nvSpPr>
          <p:cNvPr id="13" name="Text 11"/>
          <p:cNvSpPr/>
          <p:nvPr/>
        </p:nvSpPr>
        <p:spPr>
          <a:xfrm>
            <a:off x="2011680" y="4114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professionnel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 de votre attention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222</Words>
  <Application>Microsoft Office PowerPoint</Application>
  <PresentationFormat>Affichage à l'écran (16:9)</PresentationFormat>
  <Paragraphs>85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MindCheck</dc:title>
  <dc:subject>PptxGenJS Presentation</dc:subject>
  <dc:creator>Douae Semlali</dc:creator>
  <cp:lastModifiedBy>douae semlali</cp:lastModifiedBy>
  <cp:revision>2</cp:revision>
  <dcterms:created xsi:type="dcterms:W3CDTF">2026-05-18T21:44:39Z</dcterms:created>
  <dcterms:modified xsi:type="dcterms:W3CDTF">2026-05-18T22:24:53Z</dcterms:modified>
</cp:coreProperties>
</file>